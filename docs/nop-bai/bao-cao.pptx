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1cc4221c-c2b1-362a-6e54-f8a3989024d9}">
          <p14:sldIdLst>
            <p14:sldId id="256"/>
            <p14:sldId id="257"/>
          </p14:sldIdLst>
        </p14:section>
        <p14:section name="1. Ý tưởng và thiết kế" id="{8c5091d6-4cdf-1b91-6931-7339b05876a5}">
          <p14:sldIdLst>
            <p14:sldId id="258"/>
            <p14:sldId id="259"/>
          </p14:sldIdLst>
        </p14:section>
        <p14:section name="2. Cài đặt kỹ thuật" id="{8b3e90cd-e7b1-2bfd-5817-23b3f6b67ac5}">
          <p14:sldIdLst>
            <p14:sldId id="260"/>
            <p14:sldId id="261"/>
          </p14:sldIdLst>
        </p14:section>
        <p14:section name="3. Gameplay" id="{50671a92-b749-be51-9765-16974e3b924d}">
          <p14:sldIdLst>
            <p14:sldId id="262"/>
          </p14:sldIdLst>
        </p14:section>
        <p14:section name="4. Giao diện và trải nghiệm" id="{f9883550-0830-45eb-c8aa-37fc02bc445a}">
          <p14:sldIdLst>
            <p14:sldId id="263"/>
          </p14:sldIdLst>
        </p14:section>
        <p14:section name="5. Đồ họa và âm thanh" id="{98c26a0b-2f2e-53cb-fde6-f07a5a3b55bc}">
          <p14:sldIdLst>
            <p14:sldId id="264"/>
          </p14:sldIdLst>
        </p14:section>
        <p14:section name="Kết luận" id="{eb7d33b6-e9ad-62cf-fcb4-03cf98f8e09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A1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A15"/>
                </a:solidFill>
                <a:latin typeface="+mn-lt"/>
              </a:rPr>
              <a:t>FPS trên bản build (1280×720)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FPS trung bình</c:v>
                </c:pt>
              </c:strCache>
            </c:strRef>
          </c:tx>
          <c:spPr>
            <a:solidFill>
              <a:srgbClr val="4B5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A1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531</c:v>
                </c:pt>
                <c:pt idx="1">
                  <c:v>852</c:v>
                </c:pt>
                <c:pt idx="2">
                  <c:v>841</c:v>
                </c:pt>
                <c:pt idx="3">
                  <c:v>712</c:v>
                </c:pt>
                <c:pt idx="4">
                  <c:v>852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1A1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A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nhóm và tên game. Trailer 56 giây ở docs/nop-bai/trailer.mp4.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Điện Biên Phủ 1954 · PRU213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Điện Biên Phủ 1954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Tiếp bước lịch sử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Game FPS lịch sử · câu hỏi làm chiến trường đứng yên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Nhóm PRU213 · FPT University · 2026</a:t>
            </a:r>
            <a:endParaRPr lang="en-US" sz="1800" dirty="0"/>
          </a:p>
        </p:txBody>
      </p:sp>
      <p:pic>
        <p:nvPicPr>
          <p:cNvPr id="4" name="Ảnh Màn 1 Him Lam" descr="Ảnh Màn 1 Him La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Bản nộp v1.0 bằng con số</a:t>
            </a:r>
            <a:endParaRPr lang="en-US" sz="3200" dirty="0"/>
          </a:p>
        </p:txBody>
      </p:sp>
      <p:sp>
        <p:nvSpPr>
          <p:cNvPr id="3" name="Ô số 1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06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màn chơi theo 3 đợt tiến công</a:t>
            </a:r>
            <a:endParaRPr lang="en-US" sz="1400" dirty="0"/>
          </a:p>
        </p:txBody>
      </p:sp>
      <p:sp>
        <p:nvSpPr>
          <p:cNvPr id="6" name="Ô số 2"/>
          <p:cNvSpPr/>
          <p:nvPr/>
        </p:nvSpPr>
        <p:spPr>
          <a:xfrm>
            <a:off x="2560320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606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câu hỏi đã duyệt, có nguồn</a:t>
            </a:r>
            <a:endParaRPr lang="en-US" sz="1400" dirty="0"/>
          </a:p>
        </p:txBody>
      </p:sp>
      <p:sp>
        <p:nvSpPr>
          <p:cNvPr id="9" name="Ô số 3"/>
          <p:cNvSpPr/>
          <p:nvPr/>
        </p:nvSpPr>
        <p:spPr>
          <a:xfrm>
            <a:off x="4663440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606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tự động đều đạt</a:t>
            </a:r>
            <a:endParaRPr lang="en-US" sz="1400" dirty="0"/>
          </a:p>
        </p:txBody>
      </p:sp>
      <p:sp>
        <p:nvSpPr>
          <p:cNvPr id="12" name="Ô số 4"/>
          <p:cNvSpPr/>
          <p:nvPr/>
        </p:nvSpPr>
        <p:spPr>
          <a:xfrm>
            <a:off x="6766560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606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FPS thấp nhất trên bản build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Validate Content: 0 lỗi · 94 script runtime · 16 nguồn tư liệu · 7 súng lịch sử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Kiến thức lịch sử là vũ khí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Mở hòm tiếp tế, gọi pháo, họp tác chiến đều phải trả lời câu hỏi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Câu hỏi hiện lên: đạn, lính, âm thanh đứng yên, đồng hồ câu hỏi vẫn chạy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Đúng nhanh: súng hiếm hơn, pháo trúng đích; sai: hiện giải thích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Đối tượng: học sinh, sinh viên 15–22 tuổi, mỗi màn 10–15 phút</a:t>
            </a:r>
            <a:endParaRPr lang="en-US" sz="1500" dirty="0"/>
          </a:p>
        </p:txBody>
      </p:sp>
      <p:pic>
        <p:nvPicPr>
          <p:cNvPr id="4" name="Góc nhìn người chơi Màn 2" descr="Góc nhìn người chơi Màn 2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188720"/>
            <a:ext cx="3749040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Màn 2 từ góc nhìn người chơi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 màn, 5 lối chơi</a:t>
            </a:r>
            <a:endParaRPr lang="en-US" sz="3200" dirty="0"/>
          </a:p>
        </p:txBody>
      </p:sp>
      <p:sp>
        <p:nvSpPr>
          <p:cNvPr id="3" name="Thẻ 1 · Him Lam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 · Him Lam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13/3/1954. Phá lô cốt bằng bộc phá</a:t>
            </a:r>
            <a:endParaRPr lang="en-US" sz="1500" dirty="0"/>
          </a:p>
        </p:txBody>
      </p:sp>
      <p:sp>
        <p:nvSpPr>
          <p:cNvPr id="6" name="Thẻ 2 · Độc Lập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 · Độc Lập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Đẩy lùi phản kích, Bazooka diệt xe tăng Chaffee</a:t>
            </a:r>
            <a:endParaRPr lang="en-US" sz="1500" dirty="0"/>
          </a:p>
        </p:txBody>
      </p:sp>
      <p:sp>
        <p:nvSpPr>
          <p:cNvPr id="9" name="Thẻ 3 · Đồi E, D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 · Đồi E, 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Đánh đêm dưới pháo sáng, thoại vô tuyến</a:t>
            </a:r>
            <a:endParaRPr lang="en-US" sz="1500" dirty="0"/>
          </a:p>
        </p:txBody>
      </p:sp>
      <p:sp>
        <p:nvSpPr>
          <p:cNvPr id="12" name="Thẻ 4 · Lòng hào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 · Lòng hào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375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Cận chiến, địch ném lựu đạn khi áp sát</a:t>
            </a:r>
            <a:endParaRPr lang="en-US" sz="1500" dirty="0"/>
          </a:p>
        </p:txBody>
      </p:sp>
      <p:sp>
        <p:nvSpPr>
          <p:cNvPr id="15" name="Thẻ 5 · Mùng Bảy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5 · Mùng Bảy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3375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Ổ đề kháng cuối, nổ đồi A1, cầu Mường Thanh</a:t>
            </a:r>
            <a:endParaRPr lang="en-US" sz="1500" dirty="0"/>
          </a:p>
        </p:txBody>
      </p:sp>
      <p:sp>
        <p:nvSpPr>
          <p:cNvPr id="18" name="Thẻ Cốt truyện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Cốt truyện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3375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Mở đầu 90 giây, nhật ký hầm, kết thúc, tưởng nhớ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 có cấu trúc, dùng đúng công cụ Unity</a:t>
            </a:r>
            <a:endParaRPr lang="en-US" sz="3200" dirty="0"/>
          </a:p>
        </p:txBody>
      </p:sp>
      <p:sp>
        <p:nvSpPr>
          <p:cNvPr id="3" name="Thẻ kiến trúc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Kiến trúc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Unity 6 URP, Input System · 12 namespace theo hệ thống · 4 assembly · một MonoBehaviour mỗi file · nội dung JSON tách khỏi code</a:t>
            </a:r>
            <a:endParaRPr lang="en-US" sz="1500" dirty="0"/>
          </a:p>
        </p:txBody>
      </p:sp>
      <p:sp>
        <p:nvSpPr>
          <p:cNvPr id="6" name="Thẻ kỹ thuật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Kỹ thuật Unity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Prefab · NavMesh bake từng màn · Humanoid retarget + blend tree · Volume hậu kỳ · pool hiệu ứng</a:t>
            </a:r>
            <a:endParaRPr lang="en-US" sz="1500" dirty="0"/>
          </a:p>
        </p:txBody>
      </p:sp>
      <p:sp>
        <p:nvSpPr>
          <p:cNvPr id="9" name="Thẻ dữ liệu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Dữ liệu an toàn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Validate Content chặn build khi câu sai chuẩn, vũ khí sau 1954 · hồ sơ ghi qua file tạm + bản sao lưu</a:t>
            </a:r>
            <a:endParaRPr lang="en-US" sz="1500" dirty="0"/>
          </a:p>
        </p:txBody>
      </p:sp>
      <p:sp>
        <p:nvSpPr>
          <p:cNvPr id="12" name="Thẻ công cụ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Công cụ Editor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ProjectWiring nối hệ thống vào scene, chạy lại cho cùng kết quả · build + nén .zip một lệnh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Kiểm thử và hiệu năng</a:t>
            </a:r>
            <a:endParaRPr lang="en-US" sz="3200" dirty="0"/>
          </a:p>
        </p:txBody>
      </p:sp>
      <p:graphicFrame>
        <p:nvGraphicFramePr>
          <p:cNvPr id="3" name="Biểu đồ FPS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28016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134 test EditMode + 68 test PlayMode đạt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17/17 tình huống nghiệm thu Phụ lục A có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Chạy thật cả 5 màn, mọi địch bật: không lỗi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Khung chậm nhất 17 ms (Màn 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Dễ điều khiển, phản hồi rõ, đa dạng</a:t>
            </a:r>
            <a:endParaRPr lang="en-US" sz="3200" dirty="0"/>
          </a:p>
        </p:txBody>
      </p:sp>
      <p:pic>
        <p:nvPicPr>
          <p:cNvPr id="3" name="Bộ binh và xe tăng" descr="Bộ binh và xe tă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931920" cy="22128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WASD, chuột, R thay đạn, G lựu đạn, giữ E 1 giây để tương tác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Đường đạn vạch, lửa nòng, lính gục ngã rồi mờ dần (không máu me)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 súng lịch sử theo độ hiếm, nâng cấp 4 nhánh × 3 cấp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Sai 3 hòm liền: hòm sau là câu dễ; vật tư nhiệm vụ không cần câu hỏi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nấp, tuần tra, báo động, phản kích, ném lựu đạn trong hào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Từ menu đến màn kết quả</a:t>
            </a:r>
            <a:endParaRPr lang="en-US" sz="3200" dirty="0"/>
          </a:p>
        </p:txBody>
      </p:sp>
      <p:sp>
        <p:nvSpPr>
          <p:cNvPr id="3" name="Thẻ Menu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Menu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Nhiều hồ sơ, chọn màn, âm lượng, đồng ý công khai thành tích</a:t>
            </a:r>
            <a:endParaRPr lang="en-US" sz="1500" dirty="0"/>
          </a:p>
        </p:txBody>
      </p:sp>
      <p:sp>
        <p:nvSpPr>
          <p:cNvPr id="6" name="Thẻ Hầm chữ A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Hầm chữ 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45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Cảnh 3D sau màn chuẩn bị: mua nâng cấp, họp tác chiến 3–5 câu</a:t>
            </a:r>
            <a:endParaRPr lang="en-US" sz="1500" dirty="0"/>
          </a:p>
        </p:txBody>
      </p:sp>
      <p:sp>
        <p:nvSpPr>
          <p:cNvPr id="9" name="Thẻ Hướng dẫn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Hướng dẫn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375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Bảng phím trước Màn 1, ESC tạm dừng có hướng dẫn</a:t>
            </a:r>
            <a:endParaRPr lang="en-US" sz="1500" dirty="0"/>
          </a:p>
        </p:txBody>
      </p:sp>
      <p:sp>
        <p:nvSpPr>
          <p:cNvPr id="12" name="Thẻ Kết quả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Kết quả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3375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Điểm kiến thức, Quyết Tâm, thống kê, hai bảng xếp hạng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Low-poly thống nhất, không khí bi tráng</a:t>
            </a:r>
            <a:endParaRPr lang="en-US" sz="3200" dirty="0"/>
          </a:p>
        </p:txBody>
      </p:sp>
      <p:pic>
        <p:nvPicPr>
          <p:cNvPr id="3" name="Màn 5 chiều tà" descr="Màn 5 chiều tà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188720"/>
            <a:ext cx="3931920" cy="22128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34472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Màn 5 lúc chiều tà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Núi bao quanh lòng chảo, sương bụi, cột khói, xác pháo cháy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Pháo nổ xa, đạn phòng không, pháo sáng đêm Màn 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Màu phim: bớt màu, hạt phim, tối viền; đóng băng ngả nâu xám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Tiếng súng riêng từng loại, nhạc mỗi màn tự giảm khi giao tranh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Điểm cộng và việc tiếp theo</a:t>
            </a:r>
            <a:endParaRPr lang="en-US" sz="3200" dirty="0"/>
          </a:p>
        </p:txBody>
      </p:sp>
      <p:sp>
        <p:nvSpPr>
          <p:cNvPr id="3" name="Thẻ điểm cộng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Điểm cộng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Thế giới đứng yên khi trả lời câu hỏi — câu hỏi gắn thẳng vào phần thưởng chiến đấu.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Bảng xếp hạng chiến đấu 5 tiêu chí + kiến thức; hàng chờ gửi online có thử lại, chống gửi trùng.</a:t>
            </a:r>
            <a:endParaRPr lang="en-US" sz="1500" dirty="0"/>
          </a:p>
        </p:txBody>
      </p:sp>
      <p:sp>
        <p:nvSpPr>
          <p:cNvPr id="6" name="Thẻ hạn chế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Hạn chế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459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Máy chủ chấm lại điểm online chưa triển khai.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Tay góc nhìn thứ nhất còn đơn giản.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Cần thêm buổi chơi thử với người ngoài nhóm để cân độ khó.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Cảm ơn thầy cô và các bạn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Demo trực tiếp: Màn 1 + khoảnh khắc đóng băng + bảng xếp hạng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Cài đặt: giải nén DienBienPhu1954_v1.0.zip, chạy DienBienPhu1954.exe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github.com/Phanbatien/dien-bien-phu-1954</a:t>
            </a:r>
            <a:endParaRPr lang="en-US" sz="1800" dirty="0"/>
          </a:p>
        </p:txBody>
      </p:sp>
      <p:pic>
        <p:nvPicPr>
          <p:cNvPr id="4" name="Ảnh Màn 5" descr="Ảnh Màn 5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en Bien Phu 1954">
  <a:themeElements>
    <a:clrScheme name="Dien Bien Phu 1954">
      <a:dk1>
        <a:srgbClr val="1E1A15"/>
      </a:dk1>
      <a:lt1>
        <a:srgbClr val="FFFFFF"/>
      </a:lt1>
      <a:dk2>
        <a:srgbClr val="3A3226"/>
      </a:dk2>
      <a:lt2>
        <a:srgbClr val="EEF0EA"/>
      </a:lt2>
      <a:accent1>
        <a:srgbClr val="B8862B"/>
      </a:accent1>
      <a:accent2>
        <a:srgbClr val="8C2A22"/>
      </a:accent2>
      <a:accent3>
        <a:srgbClr val="4B5A3A"/>
      </a:accent3>
      <a:accent4>
        <a:srgbClr val="6E6A64"/>
      </a:accent4>
      <a:accent5>
        <a:srgbClr val="D9B66A"/>
      </a:accent5>
      <a:accent6>
        <a:srgbClr val="2F3A2A"/>
      </a:accent6>
      <a:hlink>
        <a:srgbClr val="8C2A22"/>
      </a:hlink>
      <a:folHlink>
        <a:srgbClr val="6E6A64"/>
      </a:folHlink>
    </a:clrScheme>
    <a:fontScheme name="Dien Bien Phu 1954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Điện Biên Phủ 1954 — Báo cáo dự án</dc:title>
  <dc:subject>PptxGenJS Presentation</dc:subject>
  <dc:creator>Nhóm PRU213</dc:creator>
  <cp:lastModifiedBy>Nhóm PRU213</cp:lastModifiedBy>
  <cp:revision>1</cp:revision>
  <dcterms:created xsi:type="dcterms:W3CDTF">2026-10-24T10:10:02Z</dcterms:created>
  <dcterms:modified xsi:type="dcterms:W3CDTF">2026-10-24T10:10:02Z</dcterms:modified>
</cp:coreProperties>
</file>